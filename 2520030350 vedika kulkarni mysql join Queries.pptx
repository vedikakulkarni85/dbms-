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76" r:id="rId2"/>
    <p:sldId id="277" r:id="rId3"/>
    <p:sldId id="278" r:id="rId4"/>
    <p:sldId id="279" r:id="rId5"/>
    <p:sldId id="280" r:id="rId6"/>
    <p:sldId id="2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076A-005B-D152-1BA8-D8381A1D9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D555-7AF2-FF41-A8AD-9FFBECC1E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60D4C-545F-7251-F8CA-BCB5B969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A119F-0ED6-8E5F-5239-9C020F85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332C5-B4EE-55F4-C1C2-CB840F83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64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5186-47D1-D34C-67DA-4C34BCF6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437D4-EC85-2A09-AB52-0704F49AB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223E4-E6D8-6E0E-B041-A941C62A5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4D11E-743C-DD82-169F-D5C58139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A292-A3E6-A9D6-53B4-365061F6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3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77F3-56D6-E105-D780-72F34CC0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564FD-4D54-285B-72D5-F97167B74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A1FD-90DF-BB1E-9BFA-215E9596C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0309C-7476-EC05-BBF5-2EE567D4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7A2A9-539E-24DA-1830-D1FB39E6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13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B470-FD6E-FD9F-DDBD-E97FD46F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AA37C-3F25-DDEE-1A41-82703D7F3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95636-602A-54C5-4481-CDC441525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16BF0-15C7-FECE-1DE9-66975848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A94D8-4E0B-5DCB-3A73-DF2D8EDB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5221-C3AE-73CF-E563-9CC5984D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4ABA-A8BC-FC81-760F-C0564D68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7812A-B827-1942-64DD-C03C5FA7E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CC5E9-CF89-8F69-4853-9D5FA6B9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2BADA-7C0E-9F18-6F75-85A505EA2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21FCD-C20D-FB93-1DD1-AE61B200F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5CB6C-4206-7C04-5C0D-29676E59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B599EE-4015-0374-5C9D-A25CDBBA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25A76-8699-6740-1B21-F0F34834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60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7BC4-83FD-C529-4E20-C57E1F49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3DB92-ABDB-EE43-C2B1-4724B3CF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1EB8-B8CF-7E23-E478-85F07F72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FE778-84B9-7865-DFD7-56C073E1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6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B2DA4-878E-4A88-9EF2-1DEBB9FC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437CA-98C2-0DF5-76D3-4C2FC0F3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F18C-E8D8-2431-5C00-4CEFC018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0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9374-3E5C-1390-8C55-B3CBE2E4F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4192A-9CAD-6833-9D07-EB0B294A8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8D295-2205-DE8F-9258-B5FC4AA70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D944B-25A7-ADB2-DA03-2C37D9FDE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9271B-3AD3-C634-FA59-00D18BA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D4AE4-45D5-3C1A-AF53-0B472062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99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B286-F22A-0091-FBB5-2FFBE3EE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4DF84-DA67-1802-B38D-986401D65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BA223-CBDE-A4D7-F838-82768C8E9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A367A-DEFB-DA41-8B90-32A555E88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EFA1C-9F1A-6DEE-696E-9ECA9982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49370-2312-D161-15DB-4B45E7DF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10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541D-2F34-DDAC-138D-3F723A37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1CDFB-B24C-9387-32ED-A408BD6F6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77CD-EBB3-02BD-73BD-CC9EF1F7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B7C13-557A-0C6B-2A2B-8EE0C88E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69092-5F33-D70D-117B-3B7C2CEB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3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EC5C0-8595-B096-D313-7040464B2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41C62-BFEA-3F51-2A2B-E1402619B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11E83-A105-08D4-5F26-D90D0398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ED117-AA4D-DA9E-1C1A-E0EA063A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1008-FA26-B0E6-BF4E-5707D5E8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1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544BF3-33EB-5807-E6D1-7C3EC488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B4701-38B5-70D8-FA12-A6E192884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C54F-8ACC-BA46-15DF-A29B1DA88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4E6E7-9729-4305-BC04-91567620A677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73AA1-9CC6-9F1B-FD19-F0BD6C6D7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21515-A522-0AF6-C097-EF8489E58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4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AC62-EEA1-F83C-3D83-56D853FC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INNER JOIN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9C878B-32E6-6B37-1093-30C658B0F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D9D709-47BC-60DA-F0EA-BB9DFBE4C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38" y="1919668"/>
            <a:ext cx="6687483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0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F5570-A6EE-3945-3CB1-9E55FCC7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8C0D-570E-1BEC-EBFC-11C9FA003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LEFT JOIN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7617E2-A312-068C-2FBE-AA148F5F9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0916" y="1903932"/>
            <a:ext cx="6030167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4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609C-CD09-45DE-259B-C8C55144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0D7D-4213-90A0-6849-37FA7259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RIGHT JOIN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F46868-5FB3-A5B2-94B3-3E355C71A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574" y="1961090"/>
            <a:ext cx="6096851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5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A176-8A0A-AB4B-1495-65DD339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FULL JOIN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A53C8C-0422-7806-46D3-BBCAB1C0D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5430" y="1825625"/>
            <a:ext cx="42211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54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168B-BD3F-658D-3234-74DEA520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9984-CAAE-404A-80C8-42DD6EDF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CROSS JOIN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25D8F6-E6F1-F47A-A72D-0A2997316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413" y="1825625"/>
            <a:ext cx="26371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5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26D1-B1BA-95AA-4291-1E44081B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TCL Example – Task Hub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2BB3B2-2BAD-5387-F0D8-7A8695639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2762" y="1825625"/>
            <a:ext cx="4026476" cy="492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0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</TotalTime>
  <Words>15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INNER JOIN</vt:lpstr>
      <vt:lpstr>LEFT JOIN</vt:lpstr>
      <vt:lpstr>RIGHT JOIN</vt:lpstr>
      <vt:lpstr>FULL JOIN</vt:lpstr>
      <vt:lpstr>CROSS JOIN</vt:lpstr>
      <vt:lpstr>TCL Example – Task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sss.srithar@gmail.com</dc:creator>
  <cp:lastModifiedBy>vedika kulkarni</cp:lastModifiedBy>
  <cp:revision>211</cp:revision>
  <dcterms:created xsi:type="dcterms:W3CDTF">2022-07-23T06:12:36Z</dcterms:created>
  <dcterms:modified xsi:type="dcterms:W3CDTF">2026-08-08T16:27:22Z</dcterms:modified>
</cp:coreProperties>
</file>